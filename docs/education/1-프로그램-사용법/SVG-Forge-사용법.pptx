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cf5a353-c3c4-a17f-e1bb-2bee20feb0f3}">
          <p14:sldIdLst>
            <p14:sldId id="256"/>
            <p14:sldId id="257"/>
            <p14:sldId id="258"/>
            <p14:sldId id="259"/>
            <p14:sldId id="260"/>
          </p14:sldIdLst>
        </p14:section>
        <p14:section name="이미지 다듬기" id="{cc05d1b2-89f2-d13d-d4c3-0bab0b35a109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텍스트·3D·레이저" id="{64ead1bc-b10e-5658-1cd7-8c53075532b4}">
          <p14:sldIdLst>
            <p14:sldId id="268"/>
            <p14:sldId id="269"/>
            <p14:sldId id="270"/>
            <p14:sldId id="271"/>
            <p14:sldId id="272"/>
          </p14:sldIdLst>
        </p14:section>
        <p14:section name="정리" id="{1c560f0d-fe07-37c3-b507-22aaa5b07da5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SVG Forge는 설치 없이 브라우저에서 동작하는 변환 도구입니다. 오늘은 이미지·글자를 불러와 다듬고, 레이저·3D 프린터·키캡용 파일로 저장하는 과정을 익힙니다.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그림으로 레이저 가공용 윤곽선, 3D 프린터용 입체, 키보드 키캡까지 만들 수 있습니다. 파일은 브라우저 밖으로 나가지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위쪽 줄에서 입력 종류와 모드, 저장 버튼을 고르고, 왼쪽은 입력 설정, 가운데는 미리보기, 오른쪽은 출력 설정입니다.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어떤 결과물이든 열기 → 모드 → 다듬기 → 저장 순서입니다. 노란 테두리 버튼이 지금 모드에 맞는 추천 저장 형식입니다.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모드마다 강조색이 다릅니다. 초록은 키링, 보라는 키캡, 파랑은 일반 3D, 주황은 레이저입니다. 필요 없는 메뉴는 숨겨지니 처음에는 만들 것에 맞는 모드를 고르세요.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부분은 2D 미리보기에서 그림을 다듬는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이미지는 화면 어디에나 끌어다 놓으면 됩니다. 색 수는 자동으로 정해지지만 왼쪽에서 바꿀 수 있습니다. 가장 먼저 오른쪽 위 너비를 실제 만들 크기로 정하세요.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미리보기에서 도형을 누르면 위쪽에 편집 도구가 나타납니다. 범위를 "이 색 전체"로 바꾸면 같은 색 도형에 한꺼번에 적용됩니다.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이동은 휠 버튼을 누른 채 끌거나 Space를 누른 채 끕니다. 끊기는 서로 붙어 있는 부분을 다른 색으로 칠하거나 따로 움직이고 싶을 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도형을 누르면 색이 바뀌고, 빈 구멍을 누르면 그 빈 곳만 채워집니다. 몸통 위에 올렸을 때 몸통 전체가 표시되면 누르면 몸통 전체가 칠해진다는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색은 구분용입니다. 3MF로 저장하면 색마다 파트가 나뉘어 슬라이서에서 필라멘트를 지정할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위에 이름이나 숫자를 넣을 때 씁니다. 3D 출력용을 켜면 가는 획이 0.8mm 이상이 되도록 자동으로 굵어집니다.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텍스트 탭에서 글자를 입력하면 바로 도형이 됩니다. 여러 줄도 됩니다. 글자 하나를 눌러 끌면 그 글자만 옮겨집니다.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키링 모드를 고르면 받침판, 테두리, 고리가 자동으로 켜집니다. 3D 화면의 숫자를 누르면 바로 고칠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키캡 모드에서는 받침판과 고리 메뉴가 숨겨집니다. 키캡은 항상 같은 자리에 있고 그림만 윗면에서 크기가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작은 그림일수록 대부분이 빨갛게 나옵니다. 보정은 2D에서 바로 보이고 되돌릴 수 있습니다. 글자 안 구멍이 메워질 수 있으니 결과를 꼭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레이저 모드에서는 3D 대신 작업 미리보기 탭이 나옵니다. 빨간 점이 레이저 머리입니다. 배속을 올려 전체 순서를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3MF는 색마다 파트가 나뉘어 다색 출력에 좋고, STL은 한 덩어리입니다. 수업 중 작업을 이어서 하려면 프로젝트 저장을 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오른쪽 아래 ? 버튼을 누르면 사용법과 단축키를 언제든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 15분 실습입니다. 마지막에 3D 미리보기에서 고리 위치를 끌어 옮겨 보고, 프로젝트도 저장해 두게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9D4EA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4EA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SVG Forge 사용법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SVG Forge 사용법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4EA"/>
                </a:solidFill>
              </a:rPr>
              <a:t>이미지·글자를 레이저 커팅 · 3D 프린팅 · 키캡 파일로</a:t>
            </a:r>
            <a:endParaRPr lang="en-US" sz="2200" dirty="0"/>
          </a:p>
        </p:txBody>
      </p:sp>
      <p:sp>
        <p:nvSpPr>
          <p:cNvPr id="4" name="mode dot 1"/>
          <p:cNvSpPr/>
          <p:nvPr/>
        </p:nvSpPr>
        <p:spPr>
          <a:xfrm>
            <a:off x="731520" y="1463040"/>
            <a:ext cx="256032" cy="256032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5" name="mode dot 2"/>
          <p:cNvSpPr/>
          <p:nvPr/>
        </p:nvSpPr>
        <p:spPr>
          <a:xfrm>
            <a:off x="1115568" y="1463040"/>
            <a:ext cx="256032" cy="256032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6" name="mode dot 3"/>
          <p:cNvSpPr/>
          <p:nvPr/>
        </p:nvSpPr>
        <p:spPr>
          <a:xfrm>
            <a:off x="1499616" y="1463040"/>
            <a:ext cx="256032" cy="256032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7" name="mode dot 4"/>
          <p:cNvSpPr/>
          <p:nvPr/>
        </p:nvSpPr>
        <p:spPr>
          <a:xfrm>
            <a:off x="1883664" y="1463040"/>
            <a:ext cx="256032" cy="256032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</a:rPr>
              <a:t>uniquelife · Claude로 제작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SVG Forge로 만들 수 있는 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678"/>
                </a:solidFill>
              </a:rPr>
              <a:t>이미지나 글자 하나로 세 가지 결과물을 만듭니다</a:t>
            </a:r>
            <a:endParaRPr lang="en-US" sz="1600" dirty="0"/>
          </a:p>
        </p:txBody>
      </p:sp>
      <p:sp>
        <p:nvSpPr>
          <p:cNvPr id="4" name="card 레이저 가공"/>
          <p:cNvSpPr/>
          <p:nvPr/>
        </p:nvSpPr>
        <p:spPr>
          <a:xfrm>
            <a:off x="548640" y="1691640"/>
            <a:ext cx="3520440" cy="438912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5" name="레이저 가공 화면 frame"/>
          <p:cNvSpPr/>
          <p:nvPr/>
        </p:nvSpPr>
        <p:spPr>
          <a:xfrm>
            <a:off x="740664" y="2084773"/>
            <a:ext cx="3136392" cy="2094095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레이저 가공 화면" descr="레이저 가공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21349"/>
            <a:ext cx="3063240" cy="20209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617720"/>
            <a:ext cx="274320" cy="2743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4553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레이저 가공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029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SVG · DXF 윤곽선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LightBurn · RDWorks</a:t>
            </a:r>
            <a:endParaRPr lang="en-US" sz="1400" dirty="0"/>
          </a:p>
        </p:txBody>
      </p:sp>
      <p:sp>
        <p:nvSpPr>
          <p:cNvPr id="10" name="card 3D 프린팅"/>
          <p:cNvSpPr/>
          <p:nvPr/>
        </p:nvSpPr>
        <p:spPr>
          <a:xfrm>
            <a:off x="4297680" y="1691640"/>
            <a:ext cx="3520440" cy="438912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1" name="3D 프린팅 화면 frame"/>
          <p:cNvSpPr/>
          <p:nvPr/>
        </p:nvSpPr>
        <p:spPr>
          <a:xfrm>
            <a:off x="4489704" y="2114050"/>
            <a:ext cx="3136392" cy="2035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3D 프린팅 화면" descr="3D 프린팅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50626"/>
            <a:ext cx="3063240" cy="19623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26280" y="4617720"/>
            <a:ext cx="274320" cy="274320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92040" y="4553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3D 프린팅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029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STL · 3MF (색별 파트)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키링 · 네임택 · 장식</a:t>
            </a:r>
            <a:endParaRPr lang="en-US" sz="1400" dirty="0"/>
          </a:p>
        </p:txBody>
      </p:sp>
      <p:sp>
        <p:nvSpPr>
          <p:cNvPr id="16" name="card 키캡 (MX 호환)"/>
          <p:cNvSpPr/>
          <p:nvPr/>
        </p:nvSpPr>
        <p:spPr>
          <a:xfrm>
            <a:off x="8046720" y="1691640"/>
            <a:ext cx="3520440" cy="438912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7" name="키캡 (MX 호환) 화면 frame"/>
          <p:cNvSpPr/>
          <p:nvPr/>
        </p:nvSpPr>
        <p:spPr>
          <a:xfrm>
            <a:off x="8485731" y="1837944"/>
            <a:ext cx="2642417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키캡 (MX 호환) 화면" descr="키캡 (MX 호환)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307" y="1874520"/>
            <a:ext cx="2569265" cy="2514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75320" y="4617720"/>
            <a:ext cx="274320" cy="2743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41080" y="4553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키캡 (MX 호환)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5029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3MF · STL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글자·그림이 윗면에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화면 구성</a:t>
            </a:r>
            <a:endParaRPr lang="en-US" sz="3000" dirty="0"/>
          </a:p>
        </p:txBody>
      </p:sp>
      <p:sp>
        <p:nvSpPr>
          <p:cNvPr id="3" name="전체 화면 frame"/>
          <p:cNvSpPr/>
          <p:nvPr/>
        </p:nvSpPr>
        <p:spPr>
          <a:xfrm>
            <a:off x="512064" y="1484668"/>
            <a:ext cx="7754112" cy="4391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전체 화면" descr="전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1244"/>
            <a:ext cx="7680960" cy="4318431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1649896" y="1492286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9896" y="1492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num 2"/>
          <p:cNvSpPr/>
          <p:nvPr/>
        </p:nvSpPr>
        <p:spPr>
          <a:xfrm>
            <a:off x="2695766" y="1492286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95766" y="1492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num 3"/>
          <p:cNvSpPr/>
          <p:nvPr/>
        </p:nvSpPr>
        <p:spPr>
          <a:xfrm>
            <a:off x="5417278" y="1492286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17278" y="1492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num 4"/>
          <p:cNvSpPr/>
          <p:nvPr/>
        </p:nvSpPr>
        <p:spPr>
          <a:xfrm>
            <a:off x="1233797" y="3016108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3797" y="3016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num 5"/>
          <p:cNvSpPr/>
          <p:nvPr/>
        </p:nvSpPr>
        <p:spPr>
          <a:xfrm>
            <a:off x="3505472" y="2037713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05472" y="20377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num 6"/>
          <p:cNvSpPr/>
          <p:nvPr/>
        </p:nvSpPr>
        <p:spPr>
          <a:xfrm>
            <a:off x="4292686" y="3465944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2686" y="3465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num 7"/>
          <p:cNvSpPr/>
          <p:nvPr/>
        </p:nvSpPr>
        <p:spPr>
          <a:xfrm>
            <a:off x="7239116" y="3016108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39116" y="3016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num 8"/>
          <p:cNvSpPr/>
          <p:nvPr/>
        </p:nvSpPr>
        <p:spPr>
          <a:xfrm>
            <a:off x="4292686" y="5040372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92686" y="50403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num 1"/>
          <p:cNvSpPr/>
          <p:nvPr/>
        </p:nvSpPr>
        <p:spPr>
          <a:xfrm>
            <a:off x="8549640" y="1271016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4964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06840" y="1234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입력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이미지 / 텍스트</a:t>
            </a:r>
            <a:endParaRPr lang="en-US" sz="1500" dirty="0"/>
          </a:p>
        </p:txBody>
      </p:sp>
      <p:sp>
        <p:nvSpPr>
          <p:cNvPr id="24" name="num 2"/>
          <p:cNvSpPr/>
          <p:nvPr/>
        </p:nvSpPr>
        <p:spPr>
          <a:xfrm>
            <a:off x="8549640" y="1874520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4964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1837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모드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만들 것에 맞게 화면이 바뀜</a:t>
            </a:r>
            <a:endParaRPr lang="en-US" sz="1500" dirty="0"/>
          </a:p>
        </p:txBody>
      </p:sp>
      <p:sp>
        <p:nvSpPr>
          <p:cNvPr id="27" name="num 3"/>
          <p:cNvSpPr/>
          <p:nvPr/>
        </p:nvSpPr>
        <p:spPr>
          <a:xfrm>
            <a:off x="8549640" y="2478024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4964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24414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저장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SVG · DXF · STL · 3MF</a:t>
            </a:r>
            <a:endParaRPr lang="en-US" sz="1500" dirty="0"/>
          </a:p>
        </p:txBody>
      </p:sp>
      <p:sp>
        <p:nvSpPr>
          <p:cNvPr id="30" name="num 4"/>
          <p:cNvSpPr/>
          <p:nvPr/>
        </p:nvSpPr>
        <p:spPr>
          <a:xfrm>
            <a:off x="8549640" y="3081528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4964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044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왼쪽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이미지·글자 설정</a:t>
            </a:r>
            <a:endParaRPr lang="en-US" sz="1500" dirty="0"/>
          </a:p>
        </p:txBody>
      </p:sp>
      <p:sp>
        <p:nvSpPr>
          <p:cNvPr id="33" name="num 5"/>
          <p:cNvSpPr/>
          <p:nvPr/>
        </p:nvSpPr>
        <p:spPr>
          <a:xfrm>
            <a:off x="8549640" y="3685032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4964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006840" y="3648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편집 도구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선택·끊기·글자·채우기</a:t>
            </a:r>
            <a:endParaRPr lang="en-US" sz="1500" dirty="0"/>
          </a:p>
        </p:txBody>
      </p:sp>
      <p:sp>
        <p:nvSpPr>
          <p:cNvPr id="36" name="num 6"/>
          <p:cNvSpPr/>
          <p:nvPr/>
        </p:nvSpPr>
        <p:spPr>
          <a:xfrm>
            <a:off x="8549640" y="4288536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54964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006840" y="4251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미리보기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2D · 3D · 작업 미리보기</a:t>
            </a:r>
            <a:endParaRPr lang="en-US" sz="1500" dirty="0"/>
          </a:p>
        </p:txBody>
      </p:sp>
      <p:sp>
        <p:nvSpPr>
          <p:cNvPr id="39" name="num 7"/>
          <p:cNvSpPr/>
          <p:nvPr/>
        </p:nvSpPr>
        <p:spPr>
          <a:xfrm>
            <a:off x="8549640" y="4892040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549640" y="4892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9006840" y="48554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오른쪽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크기·레이저·3D 출력</a:t>
            </a:r>
            <a:endParaRPr lang="en-US" sz="1500" dirty="0"/>
          </a:p>
        </p:txBody>
      </p:sp>
      <p:sp>
        <p:nvSpPr>
          <p:cNvPr id="42" name="num 8"/>
          <p:cNvSpPr/>
          <p:nvPr/>
        </p:nvSpPr>
        <p:spPr>
          <a:xfrm>
            <a:off x="8549640" y="5495544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549640" y="5495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9006840" y="5458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안내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경고·도움말 메시지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작업은 네 단계로 끝납니다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30"/>
                </a:solidFill>
              </a:rPr>
              <a:t>열기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이미지를 끌어다 놓기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또는 Ctrl+V 붙여넣기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텍스트는 [텍스트] 탭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3182112" y="3063240"/>
            <a:ext cx="182880" cy="365760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383280" y="17373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num 2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30"/>
                </a:solidFill>
              </a:rPr>
              <a:t>모드 고르기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키링 · 키캡 · 3D · 레이저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모드에 맞게 메뉴와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저장 버튼이 바뀜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6016752" y="3063240"/>
            <a:ext cx="182880" cy="365760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217920" y="17373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num 3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30"/>
                </a:solidFill>
              </a:rPr>
              <a:t>다듬기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너비(mm) 정하기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도형 고치기 · 색 채우기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빨간 경고 확인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8851392" y="3063240"/>
            <a:ext cx="182880" cy="365760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052560" y="17373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2" name="num 4"/>
          <p:cNvSpPr/>
          <p:nvPr/>
        </p:nvSpPr>
        <p:spPr>
          <a:xfrm>
            <a:off x="9326880" y="2011680"/>
            <a:ext cx="640080" cy="640080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30"/>
                </a:solidFill>
              </a:rPr>
              <a:t>저장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노란 테두리 버튼이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추천 저장 형식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프로젝트도 저장 가능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120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팁  작업은 자동 저장됩니다. 다음에 열면 "지난 작업 이어서 하기"가 나옵니다.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모드 고르기: 만들 것에 맞게 화면이 바뀝니다</a:t>
            </a:r>
            <a:endParaRPr lang="en-US" sz="3000" dirty="0"/>
          </a:p>
        </p:txBody>
      </p:sp>
      <p:sp>
        <p:nvSpPr>
          <p:cNvPr id="3" name="mode 1"/>
          <p:cNvSpPr/>
          <p:nvPr/>
        </p:nvSpPr>
        <p:spPr>
          <a:xfrm>
            <a:off x="548640" y="128016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63624"/>
            <a:ext cx="274320" cy="274320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28016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🔑 키링 · 네임택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28016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받침판 · 테두리 턱 · 키링 고리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윤곽 벽 · 색상별 높이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46920" y="1481328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46920" y="14813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STL · 3MF</a:t>
            </a:r>
            <a:endParaRPr lang="en-US" sz="1400" dirty="0"/>
          </a:p>
        </p:txBody>
      </p:sp>
      <p:sp>
        <p:nvSpPr>
          <p:cNvPr id="9" name="mode 2"/>
          <p:cNvSpPr/>
          <p:nvPr/>
        </p:nvSpPr>
        <p:spPr>
          <a:xfrm>
            <a:off x="548640" y="2258568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42032"/>
            <a:ext cx="274320" cy="2743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225856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⌨ 키캡 (MX)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25856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키캡 크기 · 높이 · 글자 방식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윗모서리 · 스템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46920" y="2459736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46920" y="24597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3MF · STL</a:t>
            </a:r>
            <a:endParaRPr lang="en-US" sz="1400" dirty="0"/>
          </a:p>
        </p:txBody>
      </p:sp>
      <p:sp>
        <p:nvSpPr>
          <p:cNvPr id="15" name="mode 3"/>
          <p:cNvSpPr/>
          <p:nvPr/>
        </p:nvSpPr>
        <p:spPr>
          <a:xfrm>
            <a:off x="548640" y="3236976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20440"/>
            <a:ext cx="274320" cy="274320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3697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🧊 일반 3D 프린트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23697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받침판 없이 도형만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필요하면 받침판 추가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46920" y="3438144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46920" y="34381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STL · 3MF</a:t>
            </a:r>
            <a:endParaRPr lang="en-US" sz="1400" dirty="0"/>
          </a:p>
        </p:txBody>
      </p:sp>
      <p:sp>
        <p:nvSpPr>
          <p:cNvPr id="21" name="mode 4"/>
          <p:cNvSpPr/>
          <p:nvPr/>
        </p:nvSpPr>
        <p:spPr>
          <a:xfrm>
            <a:off x="548640" y="4215384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498848"/>
            <a:ext cx="274320" cy="2743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34440" y="421538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✂ 레이저 가공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215384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절단 폭 보정 · 색상별 작업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▶ 작업 미리보기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46920" y="4416552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6920" y="44165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SVG · DXF</a:t>
            </a:r>
            <a:endParaRPr lang="en-US" sz="1400" dirty="0"/>
          </a:p>
        </p:txBody>
      </p:sp>
      <p:sp>
        <p:nvSpPr>
          <p:cNvPr id="27" name="mode 5"/>
          <p:cNvSpPr/>
          <p:nvPr/>
        </p:nvSpPr>
        <p:spPr>
          <a:xfrm>
            <a:off x="548640" y="5193792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477256"/>
            <a:ext cx="274320" cy="274320"/>
          </a:xfrm>
          <a:prstGeom prst="ellipse">
            <a:avLst/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34440" y="5193792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⚙ 자유 (모두 보기)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519379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모든 메뉴를 한 화면에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익숙해진 뒤에 사용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46920" y="5394960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495057"/>
          </a:solidFill>
          <a:ln w="12700">
            <a:solidFill>
              <a:srgbClr val="4950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46920" y="53949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전부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이미지 다듬기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불러오기 · 선택 · 끊기 · 채우기 · 글자 넣기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이미지 불러오기</a:t>
            </a:r>
            <a:endParaRPr lang="en-US" sz="3000" dirty="0"/>
          </a:p>
        </p:txBody>
      </p:sp>
      <p:sp>
        <p:nvSpPr>
          <p:cNvPr id="3" name="이미지를 불러온 화면 frame"/>
          <p:cNvSpPr/>
          <p:nvPr/>
        </p:nvSpPr>
        <p:spPr>
          <a:xfrm>
            <a:off x="512064" y="1414928"/>
            <a:ext cx="7296912" cy="3845263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이미지를 불러온 화면" descr="이미지를 불러온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1504"/>
            <a:ext cx="7223760" cy="3772111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8138160" y="129844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28016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끌어다 놓기 · Ctrl+V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PNG · JPG · WebP · SVG 모두 가능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8138160" y="2139696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12140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색 수 자동 설정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컬러 그림은 색 개수를 알아서 맞춤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8138160" y="2980944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2962656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배경색 제거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가장자리와 이어진 배경만 지움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8138160" y="3822192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3803904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너비 (mm)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오른쪽 위에서 실제 크기를 정함</a:t>
            </a:r>
            <a:endParaRPr lang="en-US" sz="1500" dirty="0"/>
          </a:p>
        </p:txBody>
      </p:sp>
      <p:sp>
        <p:nvSpPr>
          <p:cNvPr id="17" name="num 5"/>
          <p:cNvSpPr/>
          <p:nvPr/>
        </p:nvSpPr>
        <p:spPr>
          <a:xfrm>
            <a:off x="8138160" y="4663440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464515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고급 설정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선이 거칠거나 잡티가 많을 때만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669280"/>
            <a:ext cx="7223760" cy="457200"/>
          </a:xfrm>
          <a:prstGeom prst="roundRect">
            <a:avLst>
              <a:gd name="adj" fmla="val 16000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669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그림은 선명하고 배경이 단순할수록 결과가 깔끔합니다.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도형 선택하고 고치기</a:t>
            </a:r>
            <a:endParaRPr lang="en-US" sz="3000" dirty="0"/>
          </a:p>
        </p:txBody>
      </p:sp>
      <p:sp>
        <p:nvSpPr>
          <p:cNvPr id="3" name="두 산을 함께 선택한 화면 frame"/>
          <p:cNvSpPr/>
          <p:nvPr/>
        </p:nvSpPr>
        <p:spPr>
          <a:xfrm>
            <a:off x="512064" y="1233965"/>
            <a:ext cx="6382512" cy="448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두 산을 함께 선택한 화면" descr="두 산을 함께 선택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0541"/>
            <a:ext cx="6309360" cy="44083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23444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2344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클릭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2344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도형 하나 선택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78308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23760" y="17830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Ctrl·Shift + 클릭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783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여러 개 추가·해제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233172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23317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빈 곳 끌기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331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사각형 영역 선택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23760" y="288036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23760" y="288036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끌어서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28803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선택한 도형 이동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23760" y="342900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23760" y="342900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Delete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3429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삭제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223760" y="397764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39776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두께 − / +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39776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선을 가늘게·굵게 (mm)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223760" y="452628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23760" y="45262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구멍 채우기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26880" y="45262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안쪽 빈 곳 메우기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223760" y="507492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E8F0FD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23760" y="50749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5FD6"/>
                </a:solidFill>
              </a:rPr>
              <a:t>색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326880" y="50749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색 바꾸기 · 다른 색과 합치기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223760" y="571500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06640" y="5715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실수해도 괜찮아요. Ctrl+Z로 되돌립니다.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영역 선택과 끊기</a:t>
            </a:r>
            <a:endParaRPr lang="en-US" sz="3000" dirty="0"/>
          </a:p>
        </p:txBody>
      </p:sp>
      <p:sp>
        <p:nvSpPr>
          <p:cNvPr id="3" name="영역 선택 frame"/>
          <p:cNvSpPr/>
          <p:nvPr/>
        </p:nvSpPr>
        <p:spPr>
          <a:xfrm>
            <a:off x="512064" y="1232302"/>
            <a:ext cx="5468112" cy="3296115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영역 선택" descr="영역 선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8878"/>
            <a:ext cx="5394960" cy="3222963"/>
          </a:xfrm>
          <a:prstGeom prst="rect">
            <a:avLst/>
          </a:prstGeom>
        </p:spPr>
      </p:pic>
      <p:sp>
        <p:nvSpPr>
          <p:cNvPr id="5" name="끊기 frame"/>
          <p:cNvSpPr/>
          <p:nvPr/>
        </p:nvSpPr>
        <p:spPr>
          <a:xfrm>
            <a:off x="6227064" y="1232302"/>
            <a:ext cx="5468112" cy="3296115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끊기" descr="끊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68878"/>
            <a:ext cx="5394960" cy="322296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7548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</a:rPr>
              <a:t>영역 선택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빈 곳에서 끌면 사각형 안에 완전히 들어온 도형이 모두 선택됩니다.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47548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230"/>
                </a:solidFill>
              </a:rPr>
              <a:t>✂ 끊기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켜고 이어진 곳을 가로질러 끌면 그 선을 따라 틈(mm)이 생겨 두 조각으로 나뉩니다. 지워질 폭이 빨간 띠로 미리 보여요.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🪣 채우기: 포토샵 페인트 통처럼</a:t>
            </a:r>
            <a:endParaRPr lang="en-US" sz="3000" dirty="0"/>
          </a:p>
        </p:txBody>
      </p:sp>
      <p:sp>
        <p:nvSpPr>
          <p:cNvPr id="3" name="칠하기 전 미리보기 frame"/>
          <p:cNvSpPr/>
          <p:nvPr/>
        </p:nvSpPr>
        <p:spPr>
          <a:xfrm>
            <a:off x="512064" y="1440714"/>
            <a:ext cx="4416552" cy="31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칠하기 전 미리보기" descr="칠하기 전 미리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7290"/>
            <a:ext cx="4343400" cy="3034739"/>
          </a:xfrm>
          <a:prstGeom prst="rect">
            <a:avLst/>
          </a:prstGeom>
        </p:spPr>
      </p:pic>
      <p:sp>
        <p:nvSpPr>
          <p:cNvPr id="5" name="칠한 뒤 frame"/>
          <p:cNvSpPr/>
          <p:nvPr/>
        </p:nvSpPr>
        <p:spPr>
          <a:xfrm>
            <a:off x="5038344" y="1440714"/>
            <a:ext cx="4416552" cy="31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칠한 뒤" descr="칠한 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77290"/>
            <a:ext cx="4343400" cy="303473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46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누르기 전 (칠해질 면 미리보기)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074920" y="4846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두 번 누른 뒤</a:t>
            </a:r>
            <a:endParaRPr lang="en-US" sz="1300" dirty="0"/>
          </a:p>
        </p:txBody>
      </p:sp>
      <p:sp>
        <p:nvSpPr>
          <p:cNvPr id="9" name="num 1"/>
          <p:cNvSpPr/>
          <p:nvPr/>
        </p:nvSpPr>
        <p:spPr>
          <a:xfrm>
            <a:off x="9692640" y="134416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6926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195560" y="1325880"/>
            <a:ext cx="1600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색 고르기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🪣 옆 색 칸</a:t>
            </a:r>
            <a:endParaRPr lang="en-US" sz="1500" dirty="0"/>
          </a:p>
        </p:txBody>
      </p:sp>
      <p:sp>
        <p:nvSpPr>
          <p:cNvPr id="12" name="num 2"/>
          <p:cNvSpPr/>
          <p:nvPr/>
        </p:nvSpPr>
        <p:spPr>
          <a:xfrm>
            <a:off x="9692640" y="221284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6926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195560" y="2194560"/>
            <a:ext cx="1600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🪣 켜기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커서가 통 모양</a:t>
            </a:r>
            <a:endParaRPr lang="en-US" sz="1500" dirty="0"/>
          </a:p>
        </p:txBody>
      </p:sp>
      <p:sp>
        <p:nvSpPr>
          <p:cNvPr id="15" name="num 3"/>
          <p:cNvSpPr/>
          <p:nvPr/>
        </p:nvSpPr>
        <p:spPr>
          <a:xfrm>
            <a:off x="9692640" y="308152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9264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195560" y="3063240"/>
            <a:ext cx="1600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면 누르기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계속 눌러 칠하기</a:t>
            </a:r>
            <a:endParaRPr lang="en-US" sz="1500" dirty="0"/>
          </a:p>
        </p:txBody>
      </p:sp>
      <p:sp>
        <p:nvSpPr>
          <p:cNvPr id="18" name="num 4"/>
          <p:cNvSpPr/>
          <p:nvPr/>
        </p:nvSpPr>
        <p:spPr>
          <a:xfrm>
            <a:off x="9692640" y="395020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9264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0195560" y="3931920"/>
            <a:ext cx="1600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Esc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끄기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🚫 표시면 칠할 곳이 없어요.  Alt+클릭은 그 면의 색을 집어옵니다.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색 고르기: 5×5 타일</a:t>
            </a:r>
            <a:endParaRPr lang="en-US" sz="3000" dirty="0"/>
          </a:p>
        </p:txBody>
      </p:sp>
      <p:sp>
        <p:nvSpPr>
          <p:cNvPr id="3" name="색 타일 frame"/>
          <p:cNvSpPr/>
          <p:nvPr/>
        </p:nvSpPr>
        <p:spPr>
          <a:xfrm>
            <a:off x="512064" y="1260209"/>
            <a:ext cx="6473952" cy="388038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색 타일" descr="색 타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6785"/>
            <a:ext cx="6400800" cy="3807229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7315200" y="134416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325880"/>
            <a:ext cx="3886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C2230"/>
                </a:solidFill>
              </a:rPr>
              <a:t>25색 타일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D6678"/>
                </a:solidFill>
              </a:rPr>
              <a:t>구분하기 쉬운 색만 모았어요. 누르면 바로 적용</a:t>
            </a:r>
            <a:endParaRPr lang="en-US" sz="1700" dirty="0"/>
          </a:p>
        </p:txBody>
      </p:sp>
      <p:sp>
        <p:nvSpPr>
          <p:cNvPr id="8" name="num 2"/>
          <p:cNvSpPr/>
          <p:nvPr/>
        </p:nvSpPr>
        <p:spPr>
          <a:xfrm>
            <a:off x="7315200" y="253288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514600"/>
            <a:ext cx="3886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C2230"/>
                </a:solidFill>
              </a:rPr>
              <a:t>그림에 쓰인 색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D6678"/>
                </a:solidFill>
              </a:rPr>
              <a:t>타일 아래 줄 — 이웃 면과 똑같은 색으로 맞출 때</a:t>
            </a:r>
            <a:endParaRPr lang="en-US" sz="1700" dirty="0"/>
          </a:p>
        </p:txBody>
      </p:sp>
      <p:sp>
        <p:nvSpPr>
          <p:cNvPr id="11" name="num 3"/>
          <p:cNvSpPr/>
          <p:nvPr/>
        </p:nvSpPr>
        <p:spPr>
          <a:xfrm>
            <a:off x="7315200" y="372160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3703320"/>
            <a:ext cx="3886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C2230"/>
                </a:solidFill>
              </a:rPr>
              <a:t>💧 같은 색으로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D6678"/>
                </a:solidFill>
              </a:rPr>
              <a:t>선택한 도형 → 버튼 → 이웃 면 클릭. 이웃 색은 그대로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486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같은 색 = 3D 출력에서 같은 높이 · 같은 필라멘트로 묶입니다.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그림에 글자 넣기</a:t>
            </a:r>
            <a:endParaRPr lang="en-US" sz="3000" dirty="0"/>
          </a:p>
        </p:txBody>
      </p:sp>
      <p:sp>
        <p:nvSpPr>
          <p:cNvPr id="3" name="글자 넣기 창 frame"/>
          <p:cNvSpPr/>
          <p:nvPr/>
        </p:nvSpPr>
        <p:spPr>
          <a:xfrm>
            <a:off x="512064" y="1212411"/>
            <a:ext cx="5742432" cy="265009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글자 넣기 창" descr="글자 넣기 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8987"/>
            <a:ext cx="5669280" cy="2576945"/>
          </a:xfrm>
          <a:prstGeom prst="rect">
            <a:avLst/>
          </a:prstGeom>
        </p:spPr>
      </p:pic>
      <p:sp>
        <p:nvSpPr>
          <p:cNvPr id="5" name="글자를 놓은 결과 frame"/>
          <p:cNvSpPr/>
          <p:nvPr/>
        </p:nvSpPr>
        <p:spPr>
          <a:xfrm>
            <a:off x="6501384" y="1222802"/>
            <a:ext cx="5193792" cy="313223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글자를 놓은 결과" descr="글자를 놓은 결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59378"/>
            <a:ext cx="5120640" cy="3059084"/>
          </a:xfrm>
          <a:prstGeom prst="rect">
            <a:avLst/>
          </a:prstGeom>
        </p:spPr>
      </p:pic>
      <p:sp>
        <p:nvSpPr>
          <p:cNvPr id="7" name="num 1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051560" y="411480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T 글자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편집 도구에서 누르기</a:t>
            </a:r>
            <a:endParaRPr lang="en-US" sz="1500" dirty="0"/>
          </a:p>
        </p:txBody>
      </p:sp>
      <p:sp>
        <p:nvSpPr>
          <p:cNvPr id="10" name="num 2"/>
          <p:cNvSpPr/>
          <p:nvPr/>
        </p:nvSpPr>
        <p:spPr>
          <a:xfrm>
            <a:off x="548640" y="4663440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4645152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글자 · 크기 · 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3D용이면 최소 획 폭 0.8mm 켜기</a:t>
            </a:r>
            <a:endParaRPr lang="en-US" sz="1500" dirty="0"/>
          </a:p>
        </p:txBody>
      </p:sp>
      <p:sp>
        <p:nvSpPr>
          <p:cNvPr id="13" name="num 3"/>
          <p:cNvSpPr/>
          <p:nvPr/>
        </p:nvSpPr>
        <p:spPr>
          <a:xfrm>
            <a:off x="548640" y="5193792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5193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5175504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놓을 곳 클릭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미리보기에서 자리 정하기</a:t>
            </a:r>
            <a:endParaRPr lang="en-US" sz="1500" dirty="0"/>
          </a:p>
        </p:txBody>
      </p:sp>
      <p:sp>
        <p:nvSpPr>
          <p:cNvPr id="16" name="num 4"/>
          <p:cNvSpPr/>
          <p:nvPr/>
        </p:nvSpPr>
        <p:spPr>
          <a:xfrm>
            <a:off x="548640" y="5724144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5724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5705856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✎ 글자 고치기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넣은 글자를 눌러 내용·크기·자리 변경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537960" y="461772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720840" y="4617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창 아래에 "지금 획 폭"이 보여요. 0.8mm보다 가늘면 3D로 잘 안 나옵니다.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텍스트 모드: 글자로 바로 만들기</a:t>
            </a:r>
            <a:endParaRPr lang="en-US" sz="3000" dirty="0"/>
          </a:p>
        </p:txBody>
      </p:sp>
      <p:sp>
        <p:nvSpPr>
          <p:cNvPr id="3" name="텍스트 모드 frame"/>
          <p:cNvSpPr/>
          <p:nvPr/>
        </p:nvSpPr>
        <p:spPr>
          <a:xfrm>
            <a:off x="512064" y="1214259"/>
            <a:ext cx="6839712" cy="360652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텍스트 모드" descr="텍스트 모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0835"/>
            <a:ext cx="6766560" cy="3533370"/>
          </a:xfrm>
          <a:prstGeom prst="rect">
            <a:avLst/>
          </a:prstGeom>
        </p:spPr>
      </p:pic>
      <p:sp>
        <p:nvSpPr>
          <p:cNvPr id="5" name="텍스트 3D frame"/>
          <p:cNvSpPr/>
          <p:nvPr/>
        </p:nvSpPr>
        <p:spPr>
          <a:xfrm>
            <a:off x="7552944" y="1208255"/>
            <a:ext cx="4142232" cy="2292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텍스트 3D" descr="텍스트 3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44831"/>
            <a:ext cx="4069080" cy="221949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589520" y="3703320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폰트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내장 한글 폰트 · 설치 폰트 · 파일. [한] = 한글 지원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4416552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글자별 조절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글자를 눌러 크기·회전·높이·색 따로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5129784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최소 획 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3D 출력 전 0.8mm 이상으로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5074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설치 폰트는 크롬·엣지에서 "설치된 폰트…" → 허용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3D 프린팅: 키링 · 네임택</a:t>
            </a:r>
            <a:endParaRPr lang="en-US" sz="3000" dirty="0"/>
          </a:p>
        </p:txBody>
      </p:sp>
      <p:sp>
        <p:nvSpPr>
          <p:cNvPr id="3" name="키링 3D 미리보기 frame"/>
          <p:cNvSpPr/>
          <p:nvPr/>
        </p:nvSpPr>
        <p:spPr>
          <a:xfrm>
            <a:off x="512064" y="1525929"/>
            <a:ext cx="7296912" cy="376042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키링 3D 미리보기" descr="키링 3D 미리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2505"/>
            <a:ext cx="7223760" cy="3687270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8138160" y="129844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28016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두께 · 색상별 높이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색마다 ±mm, [계단] 자동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8138160" y="2139696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12140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받침판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외곽 따라 · 사각 · 원 · 하트 …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8138160" y="2980944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2962656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테두리 턱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받침판 위 빈 곳 채우기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8138160" y="3822192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3803904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키링 고리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3D 화면에서 끌어 옮기기</a:t>
            </a:r>
            <a:endParaRPr lang="en-US" sz="1500" dirty="0"/>
          </a:p>
        </p:txBody>
      </p:sp>
      <p:sp>
        <p:nvSpPr>
          <p:cNvPr id="17" name="num 5"/>
          <p:cNvSpPr/>
          <p:nvPr/>
        </p:nvSpPr>
        <p:spPr>
          <a:xfrm>
            <a:off x="8138160" y="4663440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464515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윤곽 벽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그림 둘레에 벽 세우기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7150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3MF로 저장하면 색·받침판·고리가 파트로 나뉩니다 (Bambu Studio · OrcaSlicer).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키캡 (MX 호환) 만들기</a:t>
            </a:r>
            <a:endParaRPr lang="en-US" sz="3000" dirty="0"/>
          </a:p>
        </p:txBody>
      </p:sp>
      <p:sp>
        <p:nvSpPr>
          <p:cNvPr id="3" name="키캡 3D 미리보기 frame"/>
          <p:cNvSpPr/>
          <p:nvPr/>
        </p:nvSpPr>
        <p:spPr>
          <a:xfrm>
            <a:off x="512064" y="1525929"/>
            <a:ext cx="7296912" cy="376042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키캡 3D 미리보기" descr="키캡 3D 미리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2505"/>
            <a:ext cx="7223760" cy="3687270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8138160" y="129844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28016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크기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1u ~ 6.25u (스페이스바)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8138160" y="2139696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121408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글자 방식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돋을 · 새김 · 상감(색 분리)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8138160" y="2980944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2962656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윗모서리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모깎기 · 모따기 (mm)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8138160" y="3822192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3803904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스템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기본 길이 / 바닥까지 · 공차</a:t>
            </a:r>
            <a:endParaRPr lang="en-US" sz="1500" dirty="0"/>
          </a:p>
        </p:txBody>
      </p:sp>
      <p:sp>
        <p:nvSpPr>
          <p:cNvPr id="17" name="num 5"/>
          <p:cNvSpPr/>
          <p:nvPr/>
        </p:nvSpPr>
        <p:spPr>
          <a:xfrm>
            <a:off x="8138160" y="4663440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464515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너비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그림이 윗면보다 크면 줄이기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7150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FEBFC"/>
          </a:solidFill>
          <a:ln w="12700">
            <a:solidFill>
              <a:srgbClr val="EFEBF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2FA8"/>
                </a:solidFill>
              </a:rPr>
              <a:t>스템 공차는 프린터마다 달라요. 시험 출력으로 0.05mm씩 맞추세요.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출력 전 점검: 빨간 곳은 너무 가늘어요</a:t>
            </a:r>
            <a:endParaRPr lang="en-US" sz="3000" dirty="0"/>
          </a:p>
        </p:txBody>
      </p:sp>
      <p:sp>
        <p:nvSpPr>
          <p:cNvPr id="3" name="가는 부분 표시 frame"/>
          <p:cNvSpPr/>
          <p:nvPr/>
        </p:nvSpPr>
        <p:spPr>
          <a:xfrm>
            <a:off x="648251" y="1197864"/>
            <a:ext cx="5744378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가는 부분 표시" descr="가는 부분 표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827" y="1234440"/>
            <a:ext cx="5671226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0" y="1234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2A2A"/>
                </a:solidFill>
              </a:rPr>
              <a:t>0.8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2A2A"/>
                </a:solidFill>
              </a:rPr>
              <a:t>mm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노즐 0.4mm × 두 줄 = 최소 선 폭</a:t>
            </a:r>
            <a:endParaRPr lang="en-US" sz="1500" dirty="0"/>
          </a:p>
        </p:txBody>
      </p:sp>
      <p:sp>
        <p:nvSpPr>
          <p:cNvPr id="8" name="num 1"/>
          <p:cNvSpPr/>
          <p:nvPr/>
        </p:nvSpPr>
        <p:spPr>
          <a:xfrm>
            <a:off x="6949440" y="312724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3108960"/>
            <a:ext cx="4251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너비 키우기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가장 확실한 방법</a:t>
            </a:r>
            <a:endParaRPr lang="en-US" sz="1500" dirty="0"/>
          </a:p>
        </p:txBody>
      </p:sp>
      <p:sp>
        <p:nvSpPr>
          <p:cNvPr id="11" name="num 2"/>
          <p:cNvSpPr/>
          <p:nvPr/>
        </p:nvSpPr>
        <p:spPr>
          <a:xfrm>
            <a:off x="6949440" y="390448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886200"/>
            <a:ext cx="4251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가는 부분 보정 (0.8mm)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경고 옆 버튼 — 가는 곳만 굵게</a:t>
            </a:r>
            <a:endParaRPr lang="en-US" sz="1500" dirty="0"/>
          </a:p>
        </p:txBody>
      </p:sp>
      <p:sp>
        <p:nvSpPr>
          <p:cNvPr id="14" name="num 3"/>
          <p:cNvSpPr/>
          <p:nvPr/>
        </p:nvSpPr>
        <p:spPr>
          <a:xfrm>
            <a:off x="6949440" y="468172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4681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4663440"/>
            <a:ext cx="4251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두께 + 로 직접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도형을 골라 조금씩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949440" y="553212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5532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1C1C"/>
                </a:solidFill>
              </a:rPr>
              <a:t>⚠ 가는 부분 버튼으로 빨간 표시를 켜고 끕니다.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레이저 가공과 작업 미리보기</a:t>
            </a:r>
            <a:endParaRPr lang="en-US" sz="3000" dirty="0"/>
          </a:p>
        </p:txBody>
      </p:sp>
      <p:sp>
        <p:nvSpPr>
          <p:cNvPr id="3" name="레이저 작업 미리보기 frame"/>
          <p:cNvSpPr/>
          <p:nvPr/>
        </p:nvSpPr>
        <p:spPr>
          <a:xfrm>
            <a:off x="512064" y="1347734"/>
            <a:ext cx="7296912" cy="4116813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레이저 작업 미리보기" descr="레이저 작업 미리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4310"/>
            <a:ext cx="7223760" cy="4043661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8138160" y="1298448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280160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색상별 작업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절단 · 새김 · 제외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8138160" y="2212848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194560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절단 폭 보정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빔 폭(mm)만큼 바깥을 키움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8138160" y="3127248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108960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▶ 작업 미리보기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새김 → 안쪽 절단 → 바깥 절단 순서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8138160" y="4041648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4023360"/>
            <a:ext cx="3063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예상 시간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절단·새김 속도(mm/s) 입력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DEFE6"/>
          </a:solidFill>
          <a:ln w="12700">
            <a:solidFill>
              <a:srgbClr val="FDEF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3A07"/>
                </a:solidFill>
              </a:rPr>
              <a:t>RDWorks는 DXF · 레이저, LightBurn은 SVG · DXF 둘 다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어떤 파일로 저장할까?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만들 것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버튼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여는 프로그램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레이저 절단·새김 (RDWorks)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</a:rPr>
                        <a:t>DXF · 레이저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RDWorks · LightBurn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레이저 절단·새김 (LightBurn)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</a:rPr>
                        <a:t>SVG · 레이저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LightBurn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여러 색 3D 프린트 · 키캡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A678"/>
                          </a:solidFill>
                        </a:rPr>
                        <a:t>3MF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Bambu Studio · OrcaSlicer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한 색 3D 프린트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CA678"/>
                          </a:solidFill>
                        </a:rPr>
                        <a:t>STL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모든 슬라이서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디자인 도구·3D 프로그램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5FD6"/>
                          </a:solidFill>
                        </a:rPr>
                        <a:t>SVG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일러스트레이터 · 팅커캐드 등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나중에 이어서 고치기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95057"/>
                          </a:solidFill>
                        </a:rPr>
                        <a:t>프로젝트 → 저장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SVG Forge (.svgforge)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A00"/>
                </a:solidFill>
              </a:rPr>
              <a:t>노란 테두리 버튼이 지금 모드의 추천 형식입니다.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알아두면 편한 단축키</a:t>
            </a:r>
            <a:endParaRPr lang="en-US" sz="3000" dirty="0"/>
          </a:p>
        </p:txBody>
      </p:sp>
      <p:sp>
        <p:nvSpPr>
          <p:cNvPr id="3" name="key 1"/>
          <p:cNvSpPr/>
          <p:nvPr/>
        </p:nvSpPr>
        <p:spPr>
          <a:xfrm>
            <a:off x="54864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Ctrl + Z / 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325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되돌리기 / 다시</a:t>
            </a:r>
            <a:endParaRPr lang="en-US" sz="1300" dirty="0"/>
          </a:p>
        </p:txBody>
      </p:sp>
      <p:sp>
        <p:nvSpPr>
          <p:cNvPr id="7" name="key 2"/>
          <p:cNvSpPr/>
          <p:nvPr/>
        </p:nvSpPr>
        <p:spPr>
          <a:xfrm>
            <a:off x="429768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554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Delete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325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선택 도형 삭제</a:t>
            </a:r>
            <a:endParaRPr lang="en-US" sz="1300" dirty="0"/>
          </a:p>
        </p:txBody>
      </p:sp>
      <p:sp>
        <p:nvSpPr>
          <p:cNvPr id="11" name="key 3"/>
          <p:cNvSpPr/>
          <p:nvPr/>
        </p:nvSpPr>
        <p:spPr>
          <a:xfrm>
            <a:off x="804672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554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Esc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1325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도구 끄기 · 선택 해제</a:t>
            </a:r>
            <a:endParaRPr lang="en-US" sz="1300" dirty="0"/>
          </a:p>
        </p:txBody>
      </p:sp>
      <p:sp>
        <p:nvSpPr>
          <p:cNvPr id="15" name="key 4"/>
          <p:cNvSpPr/>
          <p:nvPr/>
        </p:nvSpPr>
        <p:spPr>
          <a:xfrm>
            <a:off x="548640" y="2468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697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Ctrl + 클릭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468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여러 개 선택</a:t>
            </a:r>
            <a:endParaRPr lang="en-US" sz="1300" dirty="0"/>
          </a:p>
        </p:txBody>
      </p:sp>
      <p:sp>
        <p:nvSpPr>
          <p:cNvPr id="19" name="key 5"/>
          <p:cNvSpPr/>
          <p:nvPr/>
        </p:nvSpPr>
        <p:spPr>
          <a:xfrm>
            <a:off x="4297680" y="2468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697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80560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휠 버튼 끌기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468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화면 이동</a:t>
            </a:r>
            <a:endParaRPr lang="en-US" sz="1300" dirty="0"/>
          </a:p>
        </p:txBody>
      </p:sp>
      <p:sp>
        <p:nvSpPr>
          <p:cNvPr id="23" name="key 6"/>
          <p:cNvSpPr/>
          <p:nvPr/>
        </p:nvSpPr>
        <p:spPr>
          <a:xfrm>
            <a:off x="8046720" y="2468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2697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Space + 끌기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468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화면 이동</a:t>
            </a:r>
            <a:endParaRPr lang="en-US" sz="1300" dirty="0"/>
          </a:p>
        </p:txBody>
      </p:sp>
      <p:sp>
        <p:nvSpPr>
          <p:cNvPr id="27" name="key 7"/>
          <p:cNvSpPr/>
          <p:nvPr/>
        </p:nvSpPr>
        <p:spPr>
          <a:xfrm>
            <a:off x="548640" y="3611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840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3152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마우스 휠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3611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확대 · 축소</a:t>
            </a:r>
            <a:endParaRPr lang="en-US" sz="1300" dirty="0"/>
          </a:p>
        </p:txBody>
      </p:sp>
      <p:sp>
        <p:nvSpPr>
          <p:cNvPr id="31" name="key 8"/>
          <p:cNvSpPr/>
          <p:nvPr/>
        </p:nvSpPr>
        <p:spPr>
          <a:xfrm>
            <a:off x="4297680" y="3611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3840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48056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더블클릭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611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처음 보기</a:t>
            </a:r>
            <a:endParaRPr lang="en-US" sz="1300" dirty="0"/>
          </a:p>
        </p:txBody>
      </p:sp>
      <p:sp>
        <p:nvSpPr>
          <p:cNvPr id="35" name="key 9"/>
          <p:cNvSpPr/>
          <p:nvPr/>
        </p:nvSpPr>
        <p:spPr>
          <a:xfrm>
            <a:off x="8046720" y="3611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840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66960" y="3611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치수 보이기</a:t>
            </a:r>
            <a:endParaRPr lang="en-US" sz="1300" dirty="0"/>
          </a:p>
        </p:txBody>
      </p:sp>
      <p:sp>
        <p:nvSpPr>
          <p:cNvPr id="39" name="key 10"/>
          <p:cNvSpPr/>
          <p:nvPr/>
        </p:nvSpPr>
        <p:spPr>
          <a:xfrm>
            <a:off x="548640" y="4754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4983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31520" y="4983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H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468880" y="4754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처음으로</a:t>
            </a:r>
            <a:endParaRPr lang="en-US" sz="1300" dirty="0"/>
          </a:p>
        </p:txBody>
      </p:sp>
      <p:sp>
        <p:nvSpPr>
          <p:cNvPr id="43" name="key 11"/>
          <p:cNvSpPr/>
          <p:nvPr/>
        </p:nvSpPr>
        <p:spPr>
          <a:xfrm>
            <a:off x="4297680" y="4754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4983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4480560" y="4983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방향키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217920" y="4754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글자 미세 이동</a:t>
            </a:r>
            <a:endParaRPr lang="en-US" sz="1300" dirty="0"/>
          </a:p>
        </p:txBody>
      </p:sp>
      <p:sp>
        <p:nvSpPr>
          <p:cNvPr id="47" name="key 12"/>
          <p:cNvSpPr/>
          <p:nvPr/>
        </p:nvSpPr>
        <p:spPr>
          <a:xfrm>
            <a:off x="8046720" y="4754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49834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8229600" y="4983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Alt + 클릭 (🪣)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966960" y="475488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색 집기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실습: 내 이름 키링 만들기</a:t>
            </a:r>
            <a:endParaRPr lang="en-US" sz="3000" dirty="0"/>
          </a:p>
        </p:txBody>
      </p:sp>
      <p:sp>
        <p:nvSpPr>
          <p:cNvPr id="3" name="practice 1"/>
          <p:cNvSpPr/>
          <p:nvPr/>
        </p:nvSpPr>
        <p:spPr>
          <a:xfrm>
            <a:off x="548640" y="13258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822960" y="1627632"/>
            <a:ext cx="640080" cy="640080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32588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텍스트 탭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내 이름 입력, [한] 폰트 고르기</a:t>
            </a:r>
            <a:endParaRPr lang="en-US" sz="2000" dirty="0"/>
          </a:p>
        </p:txBody>
      </p:sp>
      <p:sp>
        <p:nvSpPr>
          <p:cNvPr id="7" name="practice 2"/>
          <p:cNvSpPr/>
          <p:nvPr/>
        </p:nvSpPr>
        <p:spPr>
          <a:xfrm>
            <a:off x="6172200" y="13258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8" name="num 2"/>
          <p:cNvSpPr/>
          <p:nvPr/>
        </p:nvSpPr>
        <p:spPr>
          <a:xfrm>
            <a:off x="6446520" y="1627632"/>
            <a:ext cx="640080" cy="640080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32588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모드 → 키링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받침판·고리가 자동으로 켜짐</a:t>
            </a:r>
            <a:endParaRPr lang="en-US" sz="2000" dirty="0"/>
          </a:p>
        </p:txBody>
      </p:sp>
      <p:sp>
        <p:nvSpPr>
          <p:cNvPr id="11" name="practice 3"/>
          <p:cNvSpPr/>
          <p:nvPr/>
        </p:nvSpPr>
        <p:spPr>
          <a:xfrm>
            <a:off x="548640" y="27889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num 3"/>
          <p:cNvSpPr/>
          <p:nvPr/>
        </p:nvSpPr>
        <p:spPr>
          <a:xfrm>
            <a:off x="822960" y="3090672"/>
            <a:ext cx="640080" cy="640080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7889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너비 50mm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오른쪽 위 너비 칸</a:t>
            </a:r>
            <a:endParaRPr lang="en-US" sz="2000" dirty="0"/>
          </a:p>
        </p:txBody>
      </p:sp>
      <p:sp>
        <p:nvSpPr>
          <p:cNvPr id="15" name="practice 4"/>
          <p:cNvSpPr/>
          <p:nvPr/>
        </p:nvSpPr>
        <p:spPr>
          <a:xfrm>
            <a:off x="6172200" y="27889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num 4"/>
          <p:cNvSpPr/>
          <p:nvPr/>
        </p:nvSpPr>
        <p:spPr>
          <a:xfrm>
            <a:off x="6446520" y="3090672"/>
            <a:ext cx="640080" cy="640080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7889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최소 획 폭 0.8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빨간 경고가 없어질 때까지</a:t>
            </a:r>
            <a:endParaRPr lang="en-US" sz="2000" dirty="0"/>
          </a:p>
        </p:txBody>
      </p:sp>
      <p:sp>
        <p:nvSpPr>
          <p:cNvPr id="19" name="practice 5"/>
          <p:cNvSpPr/>
          <p:nvPr/>
        </p:nvSpPr>
        <p:spPr>
          <a:xfrm>
            <a:off x="548640" y="42519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0" name="num 5"/>
          <p:cNvSpPr/>
          <p:nvPr/>
        </p:nvSpPr>
        <p:spPr>
          <a:xfrm>
            <a:off x="822960" y="4553712"/>
            <a:ext cx="640080" cy="640080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553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251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글자 색 바꾸기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🪣 채우기로 글자 하나씩</a:t>
            </a:r>
            <a:endParaRPr lang="en-US" sz="2000" dirty="0"/>
          </a:p>
        </p:txBody>
      </p:sp>
      <p:sp>
        <p:nvSpPr>
          <p:cNvPr id="23" name="practice 6"/>
          <p:cNvSpPr/>
          <p:nvPr/>
        </p:nvSpPr>
        <p:spPr>
          <a:xfrm>
            <a:off x="6172200" y="42519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4" name="num 6"/>
          <p:cNvSpPr/>
          <p:nvPr/>
        </p:nvSpPr>
        <p:spPr>
          <a:xfrm>
            <a:off x="6446520" y="4553712"/>
            <a:ext cx="640080" cy="640080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4553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251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230"/>
                </a:solidFill>
              </a:rPr>
              <a:t>3MF 저장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슬라이서에서 색마다 필라멘트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VG Forge">
  <a:themeElements>
    <a:clrScheme name="SVG Forge">
      <a:dk1>
        <a:srgbClr val="1C2230"/>
      </a:dk1>
      <a:lt1>
        <a:srgbClr val="FFFFFF"/>
      </a:lt1>
      <a:dk2>
        <a:srgbClr val="1D3557"/>
      </a:dk2>
      <a:lt2>
        <a:srgbClr val="F3F4F7"/>
      </a:lt2>
      <a:accent1>
        <a:srgbClr val="1D5FD6"/>
      </a:accent1>
      <a:accent2>
        <a:srgbClr val="0CA678"/>
      </a:accent2>
      <a:accent3>
        <a:srgbClr val="7048E8"/>
      </a:accent3>
      <a:accent4>
        <a:srgbClr val="E8590C"/>
      </a:accent4>
      <a:accent5>
        <a:srgbClr val="F4B400"/>
      </a:accent5>
      <a:accent6>
        <a:srgbClr val="495057"/>
      </a:accent6>
      <a:hlink>
        <a:srgbClr val="1D5FD6"/>
      </a:hlink>
      <a:folHlink>
        <a:srgbClr val="7048E8"/>
      </a:folHlink>
    </a:clrScheme>
    <a:fontScheme name="SVG Forg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 Forge 사용법</dc:title>
  <dc:subject>PptxGenJS Presentation</dc:subject>
  <dc:creator>uniquelife</dc:creator>
  <cp:lastModifiedBy>uniquelife</cp:lastModifiedBy>
  <cp:revision>1</cp:revision>
  <dcterms:created xsi:type="dcterms:W3CDTF">2026-10-12T08:51:41Z</dcterms:created>
  <dcterms:modified xsi:type="dcterms:W3CDTF">2026-10-12T08:51:41Z</dcterms:modified>
</cp:coreProperties>
</file>